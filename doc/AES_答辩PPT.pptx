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中英文双语作文自动评分系统</a:t>
            </a:r>
          </a:p>
          <a:p>
            <a:pPr algn="ctr">
              <a:defRPr sz="2200">
                <a:solidFill>
                  <a:srgbClr val="D5E8F0"/>
                </a:solidFill>
              </a:defRPr>
            </a:pPr>
            <a:r>
              <a:t>Automated Essay Scoring with BERT · Web + Android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38912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>
                <a:solidFill>
                  <a:srgbClr val="FFFFFF"/>
                </a:solidFill>
              </a:defRPr>
            </a:pPr>
            <a:r>
              <a:t>4 人团队  |  工程实践项目  |  苏州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问题背景</a:t>
            </a:r>
          </a:p>
          <a:p>
            <a:pPr>
              <a:defRPr sz="1600">
                <a:solidFill>
                  <a:srgbClr val="D1D5DB"/>
                </a:solidFill>
              </a:defRPr>
            </a:pPr>
            <a:r>
              <a:t>为什么需要自动作文评分？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AES 中英文双语作文评分系统  |  工程实践项目答辩  |  苏州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▸ 教师批改痛点：4 个班 × 50 篇 = 200 篇作文，每篇 10 分钟 = 33 小时工作量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▸ 评分一致性：疲劳导致前 30 篇精批细改，后面越批越潦草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▸ 缺乏分项反馈：学生只知道总分，不知道内容/结构/语言哪个弱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▸ 商业方案昂贵：ETS e-rater 等闭源，不适用于中文教学场景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→ 目标：开源、中英双语、Web + Android 双平台的自动评分系统，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让教师和学生都能随时随地获取即时评分和反馈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系统功能概览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AES 中英文双语作文评分系统  |  工程实践项目答辩  |  苏州 ·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单篇评分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中英文自动检测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语言手动切换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总分仪表盘 + 维度雷达图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模板化评语反馈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137160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2E75B6"/>
                </a:solidFill>
              </a:defRPr>
            </a:pPr>
            <a:r>
              <a:t>批量评分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CSV 文件导入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逐篇推理 + 进度展示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结果列表 + 下载导出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最多 100 篇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137160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中英对比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同一文本双模型评分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中英模型并排展示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维度分差直观对比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Web + Android 双端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3474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双平台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Web: Flask + Streamlit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Android: Kotlin + Compose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Android 完全本地推理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PyTorch Mobile · 离线可用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3931920"/>
            <a:ext cx="7223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核心技术栈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Python / Kotlin    |    BERT 双模型    |    MSE + AdamW + fp16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Flask REST API    |    Streamlit + Plotly    |    Jetpack Compose + Canvas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PyTorch Mobile Lite    |    Kotlin WordPiece 分词器    |    pytest + Playwright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系统架构</a:t>
            </a:r>
          </a:p>
          <a:p>
            <a:pPr>
              <a:defRPr sz="1600">
                <a:solidFill>
                  <a:srgbClr val="D1D5DB"/>
                </a:solidFill>
              </a:defRPr>
            </a:pPr>
            <a:r>
              <a:t>分层设计 · Web + Android 双端共享模型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AES 中英文双语作文评分系统  |  工程实践项目答辩  |  苏州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▸ 数据层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ASAP 英文 12,979 篇 + Google 翻译中文 3,950 篇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按 essay_set 级 Prompt 隔离划分训练/测试集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▸ 模型层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BERT-base-uncased (EN) + BERT-base-chinese (ZH)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[CLS] → Dropout → Linear → Sigmoid → [0,1]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多任务变体：DeBERTa + 4 回归头（已实现）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▸ 推理引擎层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语言检测 → 分词 → 模型路由 → 推理 → 反馈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Android: Kotlin 全自主实现（零 NLP 库依赖）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▸ 应用层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Web: Flask API + Streamlit UI (4 页面)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Android: Compose + Bottom Nav (4 Tab)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371600"/>
            <a:ext cx="47548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Web 版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Flask API → GPU 推理 → ~200ms/篇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2377440"/>
            <a:ext cx="47548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Android 版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PyTorch Mobile → CPU 推理 → ~1-5s/篇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3383280"/>
            <a:ext cx="47548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共 享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同一套 .pt 模型权重，双平台部署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42976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  Web: 分词 HuggingFace / 语言 langdetect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  Android: 分词 Kotlin 自实现 / 语言字符规则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  Web: GPU fp16 / Android: CPU fp32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  Web: 需要网络 / Android: 完全离线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BERT 回归模型</a:t>
            </a:r>
          </a:p>
          <a:p>
            <a:pPr>
              <a:defRPr sz="1600">
                <a:solidFill>
                  <a:srgbClr val="D1D5DB"/>
                </a:solidFill>
              </a:defRPr>
            </a:pPr>
            <a:r>
              <a:t>[CLS] → Dropout → Linear → Sigmoid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AES 中英文双语作文评分系统  |  工程实践项目答辩  |  苏州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▸ 英文模型: bert-base-uncased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12 层 Transformer, 768 维, 110M 参数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WordPiece 词表 30,522 tokens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fp16 混合精度训练, batch_size=16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▸ 中文模型: bert-base-chinese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同架构, 词表 21,128 tokens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jieba 预分词 + 全角转半角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翻译数据 3,950 篇, batch_size=8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▸ 训练配置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AdamW lr=2e-5 | Warmup 10% | 早停 patience=3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MSE Loss | 5 epochs | English fp16, Chinese fp32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371600"/>
            <a:ext cx="457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模型表现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BERT-base 英文: Val QWK 0.58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BERT-base 中文: Val QWK 0.79, Test 0.76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RoBERTa-base: Val QWK 0.58 (备选)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英文 QWK 低 = 严格的 Prompt 隔离评估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中文 QWK 高 = 翻译同源 + 随机划分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3931920"/>
            <a:ext cx="45720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多任务扩展 (已实现)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DeBERTa-v3 + 4 个独立回归头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Head 0: 总评分    Head 2: 结构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Head 1: 内容       Head 3: 语言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训练策略: 总评分权重 1.0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       维度权重各 0.5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额外显存 &lt; 1MB, 待部署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数据处理流水线</a:t>
            </a:r>
          </a:p>
          <a:p>
            <a:pPr>
              <a:defRPr sz="1600">
                <a:solidFill>
                  <a:srgbClr val="D1D5DB"/>
                </a:solidFill>
              </a:defRPr>
            </a:pPr>
            <a:r>
              <a:t>Prompt 隔离划分 — 防止数据泄露的关键设计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AES 中英文双语作文评分系统  |  工程实践项目答辩  |  苏州 ·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英文数据流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ASAP CSV (12,976 篇, 8 个题目集)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↓ HTML unescape, URL/@mention 移除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↓ 空白规范化 (\s+ → 空格)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↓ 按 essay_set 归一化 [0,1]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↓ BERT 分词 (max_length=512)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↓ essay_set 隔离划分 → train/val/test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↓ 断言验证: train ∩ test = ∅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371600"/>
            <a:ext cx="50292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中文数据流 (差异点)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ASAP CSV → Google Translate (en→zh)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↓ 全角转半角, 控制字符移除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↓ jieba 分词 (词间加空格)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↓ 按 essay_set 归一化 [0,1]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↓ BERT 分词 (bert-base-chinese)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↓ 随机划分 (翻译同源, 隔离无意义)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↓ 英文 QWK=0.58, 中文 QWK=0.79 ← 差异原因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Android 版架构</a:t>
            </a:r>
          </a:p>
          <a:p>
            <a:pPr>
              <a:defRPr sz="1600">
                <a:solidFill>
                  <a:srgbClr val="D1D5DB"/>
                </a:solidFill>
              </a:defRPr>
            </a:pPr>
            <a:r>
              <a:t>Kotlin + Jetpack Compose + PyTorch Mobile · 完全离线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AES 中英文双语作文评分系统  |  工程实践项目答辩  |  苏州 ·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UI 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Jetpack Compose + Material3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Bottom Navigation (4 Tab)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Canvas 自绘雷达图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评分 / 批量 / 对比 / 设置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137160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推理层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AESPredictor (模型管理)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BertTokenizer (100行 Kotlin)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LanguageDetector (字符规则)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PyTorch Mobile Lite 1.13.1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137160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assets/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bert_model.pt (418MB)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zh_model.pt   (391MB)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vocab.txt     (30,522)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zh_vocab.txt  (21,128)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10972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关键技术决策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分词器: Kotlin 自实现 WordPiece (贪心最长子词匹配 + ##前缀), 零 Java NLP 依赖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语言检测: 统计 Unicode 范围 (一-鿿) 中文字符占比 &gt;50% → zh, 零外部库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雷达图: Compose Canvas 自绘 (网格 + 轴线 + 数据多边形 + 标签), 无第三方图表库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状态管理: remember + mutableStateOf, Coroutines(Default) 推理, withContext(Main) 更新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Android 界面展示</a:t>
            </a:r>
          </a:p>
          <a:p>
            <a:pPr>
              <a:defRPr sz="1600">
                <a:solidFill>
                  <a:srgbClr val="D1D5DB"/>
                </a:solidFill>
              </a:defRPr>
            </a:pPr>
            <a:r>
              <a:t>4 个 Tab · 中文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AES 中英文双语作文评分系统  |  工程实践项目答辩  |  苏州 ·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评分 Tab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语言 Chip: 自动/英文/中文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文本输入 (≤10000 字符)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实数字符/词数/语言统计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总分仪表盘 + 渐变进度条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三维度卡片 + 雷达图 + 评语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137160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2E75B6"/>
                </a:solidFill>
              </a:defRPr>
            </a:pPr>
            <a:r>
              <a:t>批量 Tab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CSV 文件选择器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逐条推理 + 进度条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LazyColumn 结果列表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显示 id/分数/状态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137160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对比 + 设置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中英双模型 → 左右并排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总分 + 三维度差值对比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模型状态卡片 (✅/❌)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QWK 信息 · 重新加载按钮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所有组件自主实现: RadarChart (Canvas) / ScoreGauge (渐变进度条) / FeedbackCard (彩色边框)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总计约 800 行 Kotlin · 最低 SDK 29 (Android 10) · Compose Navigation 单 Activity 架构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Kotlin BERT 分词器</a:t>
            </a:r>
          </a:p>
          <a:p>
            <a:pPr>
              <a:defRPr sz="1600">
                <a:solidFill>
                  <a:srgbClr val="D1D5DB"/>
                </a:solidFill>
              </a:defRPr>
            </a:pPr>
            <a:r>
              <a:t>100 行代码 · 零外部 NLP 库 · 自主实现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AES 中英文双语作文评分系统  |  工程实践项目答辩  |  苏州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▸ 词表加载: 从 assets/vocab.txt 读取 → HashMap&lt;String, Int&gt;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英文: 30,522 tokens (bert-base-uncased)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中文: 21,128 tokens (bert-base-chinese)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▸ basicTokenize: 基础分词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中文: 逐字切分 (Unicode 范围 一-鿿)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英文: 按空格/标点拆分 + 小写化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▸ wordPieceTokenize: 子词匹配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贪心最长匹配: 从词尾向前搜索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首次不加前缀, 后续加 ## 前缀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未匹配 → 使用 [UNK] 回退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▸ tokenize: 完整流程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文本 → basicTokenize → wordPieceTokenize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→ [CLS] + tokens + [SEP] → LongArray(512) 填充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关键代码 (~20行核心)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fun wordPieceTokenize(word): List&lt;Int&gt; {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var remaining = word, isFirst = true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while (remaining.isNotEmpty()) {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  prefix = if (isFirst) '' else '##'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  // 从最长匹配递减搜索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  for (end in remaining.length downTo 1) {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    id = vocab[prefix+remaining[0:end]]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    if (id != null) { tokens.add(id); break }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  }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  if (!found) { tokens.add([UNK]); break }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  isFirst = false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}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}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为什么自实现？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HuggingFace Tokenizers 无 Android 版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Java NLP 库 (DJL) 体积大、依赖多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100 行代码完全可控，便于调试修改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训练与评估</a:t>
            </a:r>
          </a:p>
          <a:p>
            <a:pPr>
              <a:defRPr sz="1600">
                <a:solidFill>
                  <a:srgbClr val="D1D5DB"/>
                </a:solidFill>
              </a:defRPr>
            </a:pPr>
            <a:r>
              <a:t>QWK — 衡量人机评分一致性的主要指标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AES 中英文双语作文评分系统  |  工程实践项目答辩  |  苏州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▸ QWK (Quadratic Weighted Kappa)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二次权重矩阵: w_ij = (i-j)^2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评分偏差越大, 惩罚越重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范围 [-1, 1], ≥0.70 为可接受水平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▸ 辅助指标: MAE (平均绝对误差)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 Pearson r (线性相关系数)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模型             Val QWK   Test QWK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BERT-base EN       0.58        —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BERT-base ZH       0.79       0.76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RoBERTa EN         0.58        —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英文 0.58 = 严格 Prompt 隔离下的真实泛化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中文 0.79 = 翻译同源 + 随机划分 (虚高)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测试策略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Web 版单元测试 (pytest): 17 项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数据预处理 · API 端点 · 评估指标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文本清洗/归一化/QWK正确性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Web 版 E2E 测试 (Playwright): 41 项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API 全端点: Health/Score/Batch/404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UI 全页面: 评分/批量/对比/设置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范文验证: 中英文高分范文评分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错误路径: 空提交/超长/格式错误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Android 版: 手动测试 (本地演示)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关键技术决策</a:t>
            </a:r>
          </a:p>
          <a:p>
            <a:pPr>
              <a:defRPr sz="1600">
                <a:solidFill>
                  <a:srgbClr val="D1D5DB"/>
                </a:solidFill>
              </a:defRPr>
            </a:pPr>
            <a:r>
              <a:t>10 个架构决策及其理由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AES 中英文双语作文评分系统  |  工程实践项目答辩  |  苏州 ·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18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▸ BERT-base 优先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8GB 显存稳定, 生态成熟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74519"/>
            <a:ext cx="9418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 b="1">
                <a:solidFill>
                  <a:srgbClr val="2E75B6"/>
                </a:solidFill>
              </a:defRPr>
            </a:pPr>
            <a:r>
              <a:t>▸ Prompt 隔离划分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防止题目级数据泄露, 评估更真实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9418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▸ 中文翻译数据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快速概念验证, 绕过数据获取瓶颈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880360"/>
            <a:ext cx="9418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▸ Flask + Streamlit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团队技能 Python 全栈, 快速迭代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383280"/>
            <a:ext cx="9418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▸ PyTorch Mobile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Android 本地推理, 离线可用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886200"/>
            <a:ext cx="9418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▸ Kotlin 分词器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避免 Java NLP 库依赖, 100行可控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389120"/>
            <a:ext cx="9418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▸ Canvas 雷达图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无第三方图表库, Android 原生渲染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892040"/>
            <a:ext cx="9418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 b="1">
                <a:solidFill>
                  <a:srgbClr val="2E75B6"/>
                </a:solidFill>
              </a:defRPr>
            </a:pPr>
            <a:r>
              <a:t>▸ 无 DB/Docker/认证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控制工程实践复杂度边界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394960"/>
            <a:ext cx="9418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▸ MSE + Sigmoid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训练稳定, 梯度有上界, 输出天然 [0,1]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897880"/>
            <a:ext cx="9418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▸ 字符规则语言检测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Android 端零依赖, 准确率足够 (&gt;95%)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项目成果总结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AES 中英文双语作文评分系统  |  工程实践项目答辩  |  苏州 ·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已完成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✅ 中英文双语 BERT 评分 (双模型)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✅ 多维度评分 + 雷达图 + 评语反馈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✅ Web 版: Flask API + Streamlit UI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✅ Android 版: Compose + PyTorch Mobile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✅ Kotlin 自实现 BERT 分词器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✅ Android 完全离线本地推理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✅ 批量评分 CSV 流水线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✅ 17 单元测试 + 41 E2E 测试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后续改进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🔮 真实中文作文数据训练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🔮 多任务 DeBERTa-v3 部署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🔮 Longformer 长文本支持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🔮 LLM 个性化评语生成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🔮 模型版本管理 + 持续评估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🔮 Android APK 体积优化 (按需下载)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🔮 用户认证 + 历史记录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🔮 iOS 版 (Swift + CoreML)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846320"/>
            <a:ext cx="10972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核心创新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中英文双模型 + 双平台 (Web+Android)  |  Kotlin 自主实现 BERT 分词器  |  Android 完全离线推理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Compose Canvas 自绘雷达图  |  Prompt 隔离严格评估  |  58 项自动化测试覆盖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谢谢！欢迎提问</a:t>
            </a:r>
          </a:p>
          <a:p>
            <a:pPr algn="ctr">
              <a:defRPr sz="2400">
                <a:solidFill>
                  <a:srgbClr val="D5E8F0"/>
                </a:solidFill>
              </a:defRPr>
            </a:pPr>
            <a:r>
              <a:t>Thank You · Questions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FFFFFF"/>
                </a:solidFill>
              </a:defRPr>
            </a:pPr>
            <a:r>
              <a:t>中英文双语作文自动评分系统 (AES)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BERT + PyTorch Mobile · Web + Android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工程实践项目 · 苏州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